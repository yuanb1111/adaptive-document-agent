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382" r:id="rId4"/>
    <p:sldId id="427" r:id="rId5"/>
    <p:sldId id="428" r:id="rId6"/>
    <p:sldId id="429" r:id="rId7"/>
    <p:sldId id="430" r:id="rId8"/>
    <p:sldId id="431" r:id="rId9"/>
    <p:sldId id="261" r:id="rId10"/>
    <p:sldId id="266" r:id="rId11"/>
    <p:sldId id="269" r:id="rId12"/>
    <p:sldId id="308" r:id="rId13"/>
    <p:sldId id="284" r:id="rId14"/>
    <p:sldId id="263" r:id="rId15"/>
  </p:sldIdLst>
  <p:sldSz cx="11520170" cy="6480175"/>
  <p:notesSz cx="6858000" cy="9144000"/>
  <p:defaultTextStyle>
    <a:defPPr>
      <a:defRPr lang="zh-CN"/>
    </a:defPPr>
    <a:lvl1pPr marL="0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1800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64235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96035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27835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60270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92070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23870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56305" algn="l" defTabSz="86423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3628" userDrawn="1">
          <p15:clr>
            <a:srgbClr val="A4A3A4"/>
          </p15:clr>
        </p15:guide>
        <p15:guide id="3" orient="horz" pos="2027" userDrawn="1">
          <p15:clr>
            <a:srgbClr val="A4A3A4"/>
          </p15:clr>
        </p15:guide>
        <p15:guide id="4" orient="horz" pos="2028" userDrawn="1">
          <p15:clr>
            <a:srgbClr val="A4A3A4"/>
          </p15:clr>
        </p15:guide>
        <p15:guide id="5" orient="horz" pos="352" userDrawn="1">
          <p15:clr>
            <a:srgbClr val="A4A3A4"/>
          </p15:clr>
        </p15:guide>
        <p15:guide id="6" pos="7026" userDrawn="1">
          <p15:clr>
            <a:srgbClr val="C35EA4"/>
          </p15:clr>
        </p15:guide>
        <p15:guide id="7" orient="horz" pos="226" userDrawn="1">
          <p15:clr>
            <a:srgbClr val="C35EA4"/>
          </p15:clr>
        </p15:guide>
        <p15:guide id="8" pos="232" userDrawn="1">
          <p15:clr>
            <a:srgbClr val="C35EA4"/>
          </p15:clr>
        </p15:guide>
        <p15:guide id="9" orient="horz" pos="3759" userDrawn="1">
          <p15:clr>
            <a:srgbClr val="C35E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3F1"/>
    <a:srgbClr val="DBDCDC"/>
    <a:srgbClr val="9467FF"/>
    <a:srgbClr val="D71AFF"/>
    <a:srgbClr val="7A24FD"/>
    <a:srgbClr val="929292"/>
    <a:srgbClr val="626262"/>
    <a:srgbClr val="190049"/>
    <a:srgbClr val="7A24FB"/>
    <a:srgbClr val="A7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334" autoAdjust="0"/>
  </p:normalViewPr>
  <p:slideViewPr>
    <p:cSldViewPr snapToGrid="0" showGuides="1">
      <p:cViewPr varScale="1">
        <p:scale>
          <a:sx n="156" d="100"/>
          <a:sy n="156" d="100"/>
        </p:scale>
        <p:origin x="200" y="416"/>
      </p:cViewPr>
      <p:guideLst>
        <p:guide orient="horz" pos="2071"/>
        <p:guide pos="3628"/>
        <p:guide orient="horz" pos="2027"/>
        <p:guide orient="horz" pos="2028"/>
        <p:guide orient="horz" pos="352"/>
        <p:guide pos="7026"/>
        <p:guide orient="horz" pos="226"/>
        <p:guide pos="232"/>
        <p:guide orient="horz" pos="37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3328" y="200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0" i="0" u="none" strike="noStrike" kern="1200" spc="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  <a:r>
              <a:rPr lang="en-GB" sz="160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rPr>
              <a:t>Chart Title, Arial Regular 1</a:t>
            </a:r>
            <a:r>
              <a:rPr lang="en-GB" altLang="zh-CN" sz="160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rPr>
              <a:t>6</a:t>
            </a:r>
            <a:r>
              <a:rPr lang="en-GB" sz="160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rPr>
              <a:t>pt</a:t>
            </a:r>
            <a:endParaRPr lang="en-GB" sz="1600">
              <a:solidFill>
                <a:schemeClr val="tx1"/>
              </a:solidFill>
              <a:latin typeface="Arial Regular" panose="020B0704020202090204" charset="0"/>
              <a:ea typeface="Arial Regular" panose="020B0704020202090204" charset="0"/>
              <a:cs typeface="Arial Regular" panose="020B0704020202090204" charset="0"/>
              <a:sym typeface="Arial Regular" panose="020B0704020202090204" charset="0"/>
            </a:endParaRPr>
          </a:p>
        </c:rich>
      </c:tx>
      <c:layout>
        <c:manualLayout>
          <c:xMode val="edge"/>
          <c:yMode val="edge"/>
          <c:x val="0.279885798489593"/>
          <c:y val="0.077958595328598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93074230981765"/>
          <c:y val="0.206644279203646"/>
          <c:w val="0.904604899613188"/>
          <c:h val="0.6287119213240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6</c:v>
                </c:pt>
                <c:pt idx="4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7760252"/>
        <c:axId val="178473339"/>
      </c:barChart>
      <c:catAx>
        <c:axId val="6477602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  <c:crossAx val="178473339"/>
        <c:crosses val="autoZero"/>
        <c:auto val="1"/>
        <c:lblAlgn val="ctr"/>
        <c:lblOffset val="100"/>
        <c:noMultiLvlLbl val="0"/>
      </c:catAx>
      <c:valAx>
        <c:axId val="1784733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  <c:crossAx val="6477602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</c:legendEntry>
      <c:layout>
        <c:manualLayout>
          <c:xMode val="edge"/>
          <c:yMode val="edge"/>
          <c:x val="0.205931110701787"/>
          <c:y val="0.92708083473255"/>
          <c:w val="0.573494197826487"/>
          <c:h val="0.068001918925401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Regular" panose="020B0704020202090204" charset="0"/>
              <a:ea typeface="Arial Regular" panose="020B0704020202090204" charset="0"/>
              <a:cs typeface="Arial Regular" panose="020B0704020202090204" charset="0"/>
              <a:sym typeface="Arial Regular" panose="020B07040202020902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794963d-a573-46b1-8c83-088b9c68c430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Arial Regular" panose="020B0704020202090204" charset="0"/>
          <a:ea typeface="Arial Regular" panose="020B0704020202090204" charset="0"/>
          <a:cs typeface="Arial Regular" panose="020B0704020202090204" charset="0"/>
          <a:sym typeface="Arial Regular" panose="020B0704020202090204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0" i="0" u="none" strike="noStrike" kern="1200" cap="none" spc="5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  <a:r>
              <a:rPr lang="en-GB" sz="1600" dirty="0"/>
              <a:t>Chart Title, Arial Regular 16pt</a:t>
            </a:r>
            <a:endParaRPr lang="en-GB" sz="1600" dirty="0"/>
          </a:p>
        </c:rich>
      </c:tx>
      <c:layout>
        <c:manualLayout>
          <c:xMode val="edge"/>
          <c:yMode val="edge"/>
          <c:x val="0.2596"/>
          <c:y val="0.076833118933457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49"/>
          <c:y val="0.205005262542393"/>
          <c:w val="0.5006"/>
          <c:h val="0.58542860484153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Chart Title, Arial Regular 16pt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lt1"/>
                    </a:solidFill>
                    <a:latin typeface="Arial Regular" panose="020B0704020202090204" charset="0"/>
                    <a:ea typeface="Arial Regular" panose="020B0704020202090204" charset="0"/>
                    <a:cs typeface="Arial Regular" panose="020B0704020202090204" charset="0"/>
                    <a:sym typeface="Arial Regular" panose="020B0704020202090204" charset="0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  <c:pt idx="3">
                  <c:v>Series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Arial Regular" panose="020B0704020202090204" charset="0"/>
                <a:ea typeface="Arial Regular" panose="020B0704020202090204" charset="0"/>
                <a:cs typeface="Arial Regular" panose="020B0704020202090204" charset="0"/>
                <a:sym typeface="Arial Regular" panose="020B0704020202090204" charset="0"/>
              </a:defRPr>
            </a:pPr>
          </a:p>
        </c:txPr>
      </c:legendEntry>
      <c:layout>
        <c:manualLayout>
          <c:xMode val="edge"/>
          <c:yMode val="edge"/>
          <c:x val="0.1439"/>
          <c:y val="0.853350485323354"/>
          <c:w val="0.7011"/>
          <c:h val="0.045374809963746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Arial Regular" panose="020B0704020202090204" charset="0"/>
              <a:ea typeface="Arial Regular" panose="020B0704020202090204" charset="0"/>
              <a:cs typeface="Arial Regular" panose="020B0704020202090204" charset="0"/>
              <a:sym typeface="Arial Regular" panose="020B07040202020902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8da3d6d-fcf0-47a6-ae5e-d4910f814e12}"/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lang="zh-CN" sz="1200">
          <a:latin typeface="Arial Regular" panose="020B0704020202090204" charset="0"/>
          <a:ea typeface="Arial Regular" panose="020B0704020202090204" charset="0"/>
          <a:cs typeface="Arial Regular" panose="020B0704020202090204" charset="0"/>
          <a:sym typeface="Arial Regular" panose="020B0704020202090204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6D83A-23FA-4792-803E-261E8FC645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8705C-0F20-4612-AF6B-F4A94ADF28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6064C-DE8A-424E-ADAB-51676C068C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904FE-F32E-4C6E-84A5-F813203A81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2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image" Target="../media/image1.png"/><Relationship Id="rId5" Type="http://schemas.openxmlformats.org/officeDocument/2006/relationships/tags" Target="../tags/tag13.xml"/><Relationship Id="rId4" Type="http://schemas.openxmlformats.org/officeDocument/2006/relationships/image" Target="../media/image2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image" Target="../media/image1.png"/><Relationship Id="rId5" Type="http://schemas.openxmlformats.org/officeDocument/2006/relationships/tags" Target="../tags/tag21.xml"/><Relationship Id="rId4" Type="http://schemas.openxmlformats.org/officeDocument/2006/relationships/image" Target="../media/image2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1.pn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2.png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image" Target="../media/image1.png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image" Target="../media/image1.png"/><Relationship Id="rId5" Type="http://schemas.openxmlformats.org/officeDocument/2006/relationships/tags" Target="../tags/tag35.xml"/><Relationship Id="rId4" Type="http://schemas.openxmlformats.org/officeDocument/2006/relationships/image" Target="../media/image2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1.png"/><Relationship Id="rId5" Type="http://schemas.openxmlformats.org/officeDocument/2006/relationships/tags" Target="../tags/tag38.xml"/><Relationship Id="rId4" Type="http://schemas.openxmlformats.org/officeDocument/2006/relationships/image" Target="../media/image2.png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tags" Target="../tags/tag4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43.xml"/><Relationship Id="rId3" Type="http://schemas.openxmlformats.org/officeDocument/2006/relationships/image" Target="../media/image6.png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模板">
    <p:bg>
      <p:bgPr>
        <a:solidFill>
          <a:srgbClr val="DB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40的黑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  <p:pic>
        <p:nvPicPr>
          <p:cNvPr id="3" name="图片 2" descr="素材图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118" y="1975212"/>
            <a:ext cx="4508001" cy="3544831"/>
          </a:xfrm>
          <a:prstGeom prst="rect">
            <a:avLst/>
          </a:prstGeom>
        </p:spPr>
      </p:pic>
      <p:sp>
        <p:nvSpPr>
          <p:cNvPr id="9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281567" y="2581359"/>
            <a:ext cx="6252650" cy="396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26pt</a:t>
            </a:r>
            <a:endParaRPr kumimoji="1" lang="en-US" altLang="zh-CN" dirty="0"/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75339" y="2015169"/>
            <a:ext cx="6271117" cy="525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36pt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line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素材图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>
            <p:custDataLst>
              <p:tags r:id="rId4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2" name="图片 1" descr="40的黑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  <p:sp>
        <p:nvSpPr>
          <p:cNvPr id="10" name="竖排文字占位符 2"/>
          <p:cNvSpPr>
            <a:spLocks noGrp="1"/>
          </p:cNvSpPr>
          <p:nvPr>
            <p:ph type="body" orient="vert" idx="13" hasCustomPrompt="1"/>
            <p:custDataLst>
              <p:tags r:id="rId7"/>
            </p:custDataLst>
          </p:nvPr>
        </p:nvSpPr>
        <p:spPr>
          <a:xfrm>
            <a:off x="271780" y="1177290"/>
            <a:ext cx="10881360" cy="3640455"/>
          </a:xfrm>
        </p:spPr>
        <p:txBody>
          <a:bodyPr vert="horz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600">
                <a:solidFill>
                  <a:schemeClr val="tx1"/>
                </a:solidFill>
                <a:latin typeface="+mn-lt"/>
                <a:ea typeface="Microsoft YaHei Regular" panose="020B0503020204020204" charset="-122"/>
                <a:cs typeface="Arial Regular" panose="020B0704020202090204" charset="0"/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5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4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3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2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5pPr>
          </a:lstStyle>
          <a:p>
            <a:pPr lvl="0"/>
            <a:r>
              <a:rPr lang="en-US" altLang="zh-CN" dirty="0">
                <a:sym typeface="+mn-ea"/>
              </a:rPr>
              <a:t>Text, Arial Regular 12-16pt.</a:t>
            </a:r>
            <a:endParaRPr lang="en-US" altLang="zh-CN" dirty="0"/>
          </a:p>
          <a:p>
            <a:pPr lvl="0"/>
            <a:r>
              <a:rPr lang="en-US" altLang="zh-CN" dirty="0"/>
              <a:t>First level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0102" y="245383"/>
            <a:ext cx="8286069" cy="4567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3" hasCustomPrompt="1"/>
            <p:custDataLst>
              <p:tags r:id="rId2"/>
            </p:custDataLst>
          </p:nvPr>
        </p:nvSpPr>
        <p:spPr>
          <a:xfrm>
            <a:off x="271780" y="1554364"/>
            <a:ext cx="10881360" cy="3640455"/>
          </a:xfrm>
        </p:spPr>
        <p:txBody>
          <a:bodyPr vert="horz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600">
                <a:solidFill>
                  <a:schemeClr val="tx1"/>
                </a:solidFill>
                <a:latin typeface="+mn-lt"/>
                <a:ea typeface="Microsoft YaHei Regular" panose="020B0503020204020204" charset="-122"/>
                <a:cs typeface="Arial Regular" panose="020B0704020202090204" charset="0"/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5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4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3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2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5pPr>
          </a:lstStyle>
          <a:p>
            <a:pPr lvl="0"/>
            <a:r>
              <a:rPr lang="en-US" altLang="zh-CN" dirty="0">
                <a:sym typeface="+mn-ea"/>
              </a:rPr>
              <a:t>Text, Arial Regular 12-16pt.</a:t>
            </a:r>
            <a:endParaRPr lang="en-US" altLang="zh-CN" dirty="0"/>
          </a:p>
          <a:p>
            <a:pPr lvl="0"/>
            <a:r>
              <a:rPr lang="en-US" altLang="zh-CN" dirty="0"/>
              <a:t>First level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0102" y="290666"/>
            <a:ext cx="8286069" cy="7274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en-US" altLang="zh-CN" dirty="0"/>
          </a:p>
        </p:txBody>
      </p:sp>
      <p:pic>
        <p:nvPicPr>
          <p:cNvPr id="7" name="图片 6" descr="素材图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>
            <p:custDataLst>
              <p:tags r:id="rId5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9" name="图片 8" descr="40的黑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line title &amp;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>
            <p:custDataLst>
              <p:tags r:id="rId2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4" name="图片 3" descr="素材图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pic>
        <p:nvPicPr>
          <p:cNvPr id="3" name="图片 2" descr="40的黑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  <p:sp>
        <p:nvSpPr>
          <p:cNvPr id="10" name="竖排文字占位符 2"/>
          <p:cNvSpPr>
            <a:spLocks noGrp="1"/>
          </p:cNvSpPr>
          <p:nvPr>
            <p:ph type="body" orient="vert" idx="13" hasCustomPrompt="1"/>
            <p:custDataLst>
              <p:tags r:id="rId7"/>
            </p:custDataLst>
          </p:nvPr>
        </p:nvSpPr>
        <p:spPr>
          <a:xfrm>
            <a:off x="271780" y="1177290"/>
            <a:ext cx="10881360" cy="3640455"/>
          </a:xfrm>
        </p:spPr>
        <p:txBody>
          <a:bodyPr vert="horz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6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5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4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3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2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5pPr>
          </a:lstStyle>
          <a:p>
            <a:pPr lvl="0"/>
            <a:r>
              <a:rPr lang="en-US" altLang="zh-CN" dirty="0">
                <a:sym typeface="+mn-ea"/>
              </a:rPr>
              <a:t>Text, Arial Regular 12-16pt.</a:t>
            </a:r>
            <a:endParaRPr lang="en-US" altLang="zh-CN" dirty="0"/>
          </a:p>
          <a:p>
            <a:pPr lvl="0"/>
            <a:r>
              <a:rPr lang="en-US" altLang="zh-CN" dirty="0"/>
              <a:t>First level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270102" y="245383"/>
            <a:ext cx="8286069" cy="4567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zh-CN" altLang="en-US" dirty="0"/>
          </a:p>
        </p:txBody>
      </p:sp>
      <p:sp>
        <p:nvSpPr>
          <p:cNvPr id="11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270101" y="770812"/>
            <a:ext cx="8289507" cy="29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&amp;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3" hasCustomPrompt="1"/>
            <p:custDataLst>
              <p:tags r:id="rId2"/>
            </p:custDataLst>
          </p:nvPr>
        </p:nvSpPr>
        <p:spPr>
          <a:xfrm>
            <a:off x="271780" y="2053985"/>
            <a:ext cx="10881360" cy="3640455"/>
          </a:xfrm>
        </p:spPr>
        <p:txBody>
          <a:bodyPr vert="horz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600">
                <a:solidFill>
                  <a:schemeClr val="tx1"/>
                </a:solidFill>
                <a:latin typeface="+mn-lt"/>
                <a:ea typeface="Microsoft YaHei Regular" panose="020B0503020204020204" charset="-122"/>
                <a:cs typeface="Arial Regular" panose="020B0704020202090204" charset="0"/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5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4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3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67FF"/>
              </a:buClr>
              <a:defRPr sz="1200">
                <a:solidFill>
                  <a:schemeClr val="tx1"/>
                </a:solidFill>
                <a:latin typeface="Arial Regular" panose="020B0704020202090204" charset="0"/>
                <a:ea typeface="Microsoft YaHei Regular" panose="020B0503020204020204" charset="-122"/>
                <a:cs typeface="Arial Regular" panose="020B0704020202090204" charset="0"/>
              </a:defRPr>
            </a:lvl5pPr>
          </a:lstStyle>
          <a:p>
            <a:pPr lvl="0"/>
            <a:r>
              <a:rPr lang="en-US" altLang="zh-CN" dirty="0">
                <a:sym typeface="+mn-ea"/>
              </a:rPr>
              <a:t>Text, Arial Regular 12-16pt.</a:t>
            </a:r>
            <a:endParaRPr lang="en-US" altLang="zh-CN" dirty="0"/>
          </a:p>
          <a:p>
            <a:pPr lvl="0"/>
            <a:r>
              <a:rPr lang="en-US" altLang="zh-CN" dirty="0"/>
              <a:t>First level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0102" y="290666"/>
            <a:ext cx="8286069" cy="802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en-US" altLang="zh-CN" dirty="0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270101" y="1166738"/>
            <a:ext cx="8289507" cy="29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  <p:pic>
        <p:nvPicPr>
          <p:cNvPr id="6" name="图片 5" descr="素材图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>
            <p:custDataLst>
              <p:tags r:id="rId5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8" name="图片 7" descr="40的黑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line title &amp; Sub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>
            <p:custDataLst>
              <p:tags r:id="rId2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4" name="图片 3" descr="素材图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pic>
        <p:nvPicPr>
          <p:cNvPr id="3" name="图片 2" descr="40的黑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  <p:sp>
        <p:nvSpPr>
          <p:cNvPr id="7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270102" y="245383"/>
            <a:ext cx="8286069" cy="4567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zh-CN" altLang="en-US" dirty="0"/>
          </a:p>
        </p:txBody>
      </p:sp>
      <p:sp>
        <p:nvSpPr>
          <p:cNvPr id="9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270101" y="770812"/>
            <a:ext cx="8289507" cy="29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0102" y="290666"/>
            <a:ext cx="8286069" cy="802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en-US" altLang="zh-CN" dirty="0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270101" y="1166738"/>
            <a:ext cx="8289507" cy="29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  <p:pic>
        <p:nvPicPr>
          <p:cNvPr id="6" name="图片 5" descr="素材图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>
            <p:custDataLst>
              <p:tags r:id="rId4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8" name="图片 7" descr="40的黑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1516248" cy="32878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7030A0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>
                <a:sym typeface="+mn-ea"/>
              </a:rPr>
              <a:t>Click the icon to add a picture</a:t>
            </a:r>
            <a:endParaRPr lang="en-US" altLang="zh-CN" dirty="0"/>
          </a:p>
        </p:txBody>
      </p:sp>
      <p:sp>
        <p:nvSpPr>
          <p:cNvPr id="15" name="矩形 14"/>
          <p:cNvSpPr/>
          <p:nvPr userDrawn="1"/>
        </p:nvSpPr>
        <p:spPr>
          <a:xfrm>
            <a:off x="0" y="3287864"/>
            <a:ext cx="11520488" cy="59635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 userDrawn="1">
            <p:custDataLst>
              <p:tags r:id="rId2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245235" y="4516120"/>
            <a:ext cx="2561590" cy="3486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200" b="1">
                <a:latin typeface="Arial Bold" panose="020B0704020202090204" charset="0"/>
                <a:cs typeface="Arial Bold" panose="020B0704020202090204" charset="0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dirty="0">
                <a:ea typeface="微软雅黑" panose="020B0503020204020204" pitchFamily="34" charset="-122"/>
                <a:sym typeface="+mn-ea"/>
              </a:rPr>
              <a:t>Head DoFs</a:t>
            </a:r>
            <a:endParaRPr lang="en-US" altLang="zh-CN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30" hasCustomPrompt="1"/>
            <p:custDataLst>
              <p:tags r:id="rId4"/>
            </p:custDataLst>
          </p:nvPr>
        </p:nvSpPr>
        <p:spPr>
          <a:xfrm>
            <a:off x="4618355" y="4516120"/>
            <a:ext cx="2561590" cy="3486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200" b="1">
                <a:latin typeface="Arial Bold" panose="020B0704020202090204" charset="0"/>
                <a:cs typeface="Arial Bold" panose="020B0704020202090204" charset="0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dirty="0">
                <a:ea typeface="微软雅黑" panose="020B0503020204020204" pitchFamily="34" charset="-122"/>
                <a:sym typeface="+mn-ea"/>
              </a:rPr>
              <a:t>Arm DoFs</a:t>
            </a:r>
            <a:endParaRPr lang="en-US" altLang="zh-CN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33" hasCustomPrompt="1"/>
            <p:custDataLst>
              <p:tags r:id="rId5"/>
            </p:custDataLst>
          </p:nvPr>
        </p:nvSpPr>
        <p:spPr>
          <a:xfrm>
            <a:off x="7992895" y="4516120"/>
            <a:ext cx="2561590" cy="3486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200" b="1">
                <a:latin typeface="Arial Bold" panose="020B0704020202090204" charset="0"/>
                <a:cs typeface="Arial Bold" panose="020B0704020202090204" charset="0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dirty="0">
                <a:ea typeface="微软雅黑" panose="020B0503020204020204" pitchFamily="34" charset="-122"/>
                <a:sym typeface="+mn-ea"/>
              </a:rPr>
              <a:t>Legs DoFs</a:t>
            </a:r>
            <a:endParaRPr lang="en-US" altLang="zh-CN" dirty="0"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40的黑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38" hasCustomPrompt="1"/>
            <p:custDataLst>
              <p:tags r:id="rId8"/>
            </p:custDataLst>
          </p:nvPr>
        </p:nvSpPr>
        <p:spPr>
          <a:xfrm>
            <a:off x="1243330" y="4864735"/>
            <a:ext cx="2562225" cy="784225"/>
          </a:xfrm>
        </p:spPr>
        <p:txBody>
          <a:bodyPr anchor="ctr" anchorCtr="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Arial Regular" panose="020B0704020202090204" charset="0"/>
                <a:cs typeface="Arial Regular" panose="020B070402020209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Head movement includes pitch, roll, and rotation for flexible perception and interaction.</a:t>
            </a:r>
            <a:endParaRPr lang="en-US" altLang="zh-CN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39" hasCustomPrompt="1"/>
            <p:custDataLst>
              <p:tags r:id="rId9"/>
            </p:custDataLst>
          </p:nvPr>
        </p:nvSpPr>
        <p:spPr>
          <a:xfrm>
            <a:off x="4618990" y="4864735"/>
            <a:ext cx="2562225" cy="784225"/>
          </a:xfrm>
        </p:spPr>
        <p:txBody>
          <a:bodyPr anchor="ctr" anchorCtr="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Arial Regular" panose="020B0704020202090204" charset="0"/>
                <a:cs typeface="Arial Regular" panose="020B070402020209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Designed for end-effector to reach any position and angle in a three-dimensional space.</a:t>
            </a:r>
            <a:endParaRPr lang="en-US" altLang="zh-CN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7987030" y="4864735"/>
            <a:ext cx="2562225" cy="784225"/>
          </a:xfrm>
        </p:spPr>
        <p:txBody>
          <a:bodyPr anchor="ctr" anchorCtr="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Arial Regular" panose="020B0704020202090204" charset="0"/>
                <a:cs typeface="Arial Regular" panose="020B070402020209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A dual intricate ankle design to adapt to and traverse complex terrains.</a:t>
            </a:r>
            <a:endParaRPr lang="en-US" altLang="zh-CN" dirty="0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1247812" y="3873601"/>
            <a:ext cx="2553007" cy="566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45" hasCustomPrompt="1"/>
          </p:nvPr>
        </p:nvSpPr>
        <p:spPr>
          <a:xfrm>
            <a:off x="4608244" y="3873601"/>
            <a:ext cx="2553007" cy="566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46" hasCustomPrompt="1"/>
          </p:nvPr>
        </p:nvSpPr>
        <p:spPr>
          <a:xfrm>
            <a:off x="7942278" y="3873601"/>
            <a:ext cx="2553007" cy="566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line title &amp; Sub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2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2" name="图片 1" descr="素材图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pic>
        <p:nvPicPr>
          <p:cNvPr id="5" name="图片 4" descr="40的黑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  <p:sp>
        <p:nvSpPr>
          <p:cNvPr id="8" name="文本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270102" y="245383"/>
            <a:ext cx="8286069" cy="4567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zh-CN" altLang="en-US" dirty="0"/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788445" y="5061201"/>
            <a:ext cx="2961580" cy="344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6912244" y="5061201"/>
            <a:ext cx="2961580" cy="344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&amp; Sub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2"/>
            </p:custDataLst>
          </p:nvPr>
        </p:nvSpPr>
        <p:spPr>
          <a:xfrm>
            <a:off x="276129" y="5966928"/>
            <a:ext cx="7435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© FOURIER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  <p:pic>
        <p:nvPicPr>
          <p:cNvPr id="2" name="图片 1" descr="素材图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pic>
        <p:nvPicPr>
          <p:cNvPr id="5" name="图片 4" descr="40的黑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273800"/>
            <a:ext cx="11520170" cy="206375"/>
          </a:xfrm>
          <a:prstGeom prst="rect">
            <a:avLst/>
          </a:prstGeom>
        </p:spPr>
      </p:pic>
      <p:sp>
        <p:nvSpPr>
          <p:cNvPr id="10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788445" y="5061201"/>
            <a:ext cx="2961580" cy="344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6912244" y="5061201"/>
            <a:ext cx="2961580" cy="344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kumimoji="1" lang="en-US" altLang="zh-CN" dirty="0"/>
              <a:t>Subtitle,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18pt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6" hasCustomPrompt="1"/>
          </p:nvPr>
        </p:nvSpPr>
        <p:spPr>
          <a:xfrm>
            <a:off x="270102" y="290666"/>
            <a:ext cx="8286069" cy="802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</a:lstStyle>
          <a:p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32pt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模板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1520489" cy="6480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7030A0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>
                <a:sym typeface="+mn-ea"/>
              </a:rPr>
              <a:t>Click the icon to add a picture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短文本模板（浅色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2"/>
          <p:cNvSpPr>
            <a:spLocks noGrp="1"/>
          </p:cNvSpPr>
          <p:nvPr>
            <p:ph type="pic" idx="1" hasCustomPrompt="1"/>
            <p:custDataLst>
              <p:tags r:id="rId2"/>
            </p:custDataLst>
          </p:nvPr>
        </p:nvSpPr>
        <p:spPr>
          <a:xfrm>
            <a:off x="0" y="0"/>
            <a:ext cx="11520489" cy="6480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7030A0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>
                <a:sym typeface="+mn-ea"/>
              </a:rPr>
              <a:t>Click the icon to add a picture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(When adding a picture, you can adjust the picture frame aspect ratio according to the picture proportion)</a:t>
            </a:r>
            <a:endParaRPr lang="en-US" altLang="zh-CN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2090613" y="2935288"/>
            <a:ext cx="7339263" cy="995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latin typeface="+mj-lt"/>
              </a:defRPr>
            </a:lvl1pPr>
          </a:lstStyle>
          <a:p>
            <a:r>
              <a:rPr kumimoji="1" lang="en-US" altLang="zh-CN" dirty="0"/>
              <a:t>Short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40pt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短文本模板（深色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2"/>
          <p:cNvSpPr>
            <a:spLocks noGrp="1"/>
          </p:cNvSpPr>
          <p:nvPr>
            <p:ph type="pic" idx="1" hasCustomPrompt="1"/>
            <p:custDataLst>
              <p:tags r:id="rId2"/>
            </p:custDataLst>
          </p:nvPr>
        </p:nvSpPr>
        <p:spPr>
          <a:xfrm>
            <a:off x="0" y="0"/>
            <a:ext cx="11520489" cy="6480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7030A0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>
                <a:sym typeface="+mn-ea"/>
              </a:rPr>
              <a:t>Click the icon to add a picture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(When adding a picture, you can adjust the picture frame aspect ratio according to the picture proportion)</a:t>
            </a:r>
            <a:endParaRPr lang="en-US" altLang="zh-CN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2090613" y="2935288"/>
            <a:ext cx="7339263" cy="995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Short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40pt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短文本模板（黑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素材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1518900" cy="6480175"/>
          </a:xfrm>
          <a:prstGeom prst="rect">
            <a:avLst/>
          </a:prstGeom>
        </p:spPr>
      </p:pic>
      <p:pic>
        <p:nvPicPr>
          <p:cNvPr id="6" name="图片 5" descr="素材图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1820" y="349250"/>
            <a:ext cx="1976400" cy="236897"/>
          </a:xfrm>
          <a:prstGeom prst="rect">
            <a:avLst/>
          </a:prstGeom>
        </p:spPr>
      </p:pic>
      <p:sp>
        <p:nvSpPr>
          <p:cNvPr id="5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2090613" y="2935288"/>
            <a:ext cx="7339263" cy="995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en-US" altLang="zh-CN" dirty="0"/>
              <a:t>Short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Bold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40pt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底模板">
    <p:bg>
      <p:bgPr>
        <a:solidFill>
          <a:srgbClr val="DB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092190"/>
            <a:ext cx="11520170" cy="387985"/>
          </a:xfrm>
          <a:prstGeom prst="rect">
            <a:avLst/>
          </a:prstGeom>
        </p:spPr>
      </p:pic>
      <p:pic>
        <p:nvPicPr>
          <p:cNvPr id="2" name="图片 1" descr="素材图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6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118" y="1975212"/>
            <a:ext cx="4508001" cy="354483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: 单圆角 15"/>
          <p:cNvSpPr/>
          <p:nvPr userDrawn="1"/>
        </p:nvSpPr>
        <p:spPr>
          <a:xfrm flipH="1">
            <a:off x="-1185046" y="-10229"/>
            <a:ext cx="1096384" cy="38635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-446753" y="22450"/>
            <a:ext cx="320996" cy="3209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1" name="文本框 60"/>
          <p:cNvSpPr txBox="1"/>
          <p:nvPr userDrawn="1"/>
        </p:nvSpPr>
        <p:spPr>
          <a:xfrm>
            <a:off x="-1209121" y="34765"/>
            <a:ext cx="813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0 0 0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单圆角 21"/>
          <p:cNvSpPr/>
          <p:nvPr userDrawn="1"/>
        </p:nvSpPr>
        <p:spPr>
          <a:xfrm flipH="1">
            <a:off x="-1185046" y="394227"/>
            <a:ext cx="1096384" cy="38635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-446753" y="426906"/>
            <a:ext cx="320996" cy="320996"/>
          </a:xfrm>
          <a:prstGeom prst="rect">
            <a:avLst/>
          </a:prstGeom>
          <a:solidFill>
            <a:srgbClr val="7A2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9" name="文本框 78"/>
          <p:cNvSpPr txBox="1"/>
          <p:nvPr userDrawn="1"/>
        </p:nvSpPr>
        <p:spPr>
          <a:xfrm>
            <a:off x="-1209121" y="439222"/>
            <a:ext cx="813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122 36 253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单圆角 30"/>
          <p:cNvSpPr/>
          <p:nvPr userDrawn="1"/>
        </p:nvSpPr>
        <p:spPr>
          <a:xfrm flipH="1">
            <a:off x="-1185202" y="1202159"/>
            <a:ext cx="1096384" cy="38635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-446909" y="1234838"/>
            <a:ext cx="320996" cy="3209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2" name="文本框 81"/>
          <p:cNvSpPr txBox="1"/>
          <p:nvPr userDrawn="1"/>
        </p:nvSpPr>
        <p:spPr>
          <a:xfrm>
            <a:off x="-1209277" y="1247153"/>
            <a:ext cx="813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0 134 209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: 单圆角 33"/>
          <p:cNvSpPr/>
          <p:nvPr userDrawn="1"/>
        </p:nvSpPr>
        <p:spPr>
          <a:xfrm flipH="1">
            <a:off x="-1185046" y="805420"/>
            <a:ext cx="1096384" cy="38635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-446753" y="838099"/>
            <a:ext cx="320996" cy="320996"/>
          </a:xfrm>
          <a:prstGeom prst="rect">
            <a:avLst/>
          </a:prstGeom>
          <a:solidFill>
            <a:srgbClr val="AB7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5" name="文本框 84"/>
          <p:cNvSpPr txBox="1"/>
          <p:nvPr userDrawn="1"/>
        </p:nvSpPr>
        <p:spPr>
          <a:xfrm>
            <a:off x="-1209121" y="850415"/>
            <a:ext cx="813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171 118 255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: 单圆角 36"/>
          <p:cNvSpPr/>
          <p:nvPr userDrawn="1"/>
        </p:nvSpPr>
        <p:spPr>
          <a:xfrm flipH="1">
            <a:off x="-1185046" y="1605337"/>
            <a:ext cx="1096384" cy="38635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-446753" y="1638016"/>
            <a:ext cx="320996" cy="320996"/>
          </a:xfrm>
          <a:prstGeom prst="rect">
            <a:avLst/>
          </a:prstGeom>
          <a:solidFill>
            <a:srgbClr val="DBD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8" name="文本框 87"/>
          <p:cNvSpPr txBox="1"/>
          <p:nvPr userDrawn="1"/>
        </p:nvSpPr>
        <p:spPr>
          <a:xfrm>
            <a:off x="-1209121" y="1650332"/>
            <a:ext cx="813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219 220 220 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: 单圆角 72"/>
          <p:cNvSpPr/>
          <p:nvPr userDrawn="1"/>
        </p:nvSpPr>
        <p:spPr>
          <a:xfrm flipH="1">
            <a:off x="-1185046" y="2009793"/>
            <a:ext cx="1096384" cy="386353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 userDrawn="1"/>
        </p:nvSpPr>
        <p:spPr>
          <a:xfrm>
            <a:off x="-1198066" y="2048088"/>
            <a:ext cx="75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245 185 35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 userDrawn="1"/>
        </p:nvSpPr>
        <p:spPr>
          <a:xfrm>
            <a:off x="-446753" y="2048087"/>
            <a:ext cx="320163" cy="320996"/>
          </a:xfrm>
          <a:prstGeom prst="rect">
            <a:avLst/>
          </a:prstGeom>
          <a:solidFill>
            <a:srgbClr val="F5B9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2" name="文本框 91"/>
          <p:cNvSpPr txBox="1"/>
          <p:nvPr userDrawn="1"/>
        </p:nvSpPr>
        <p:spPr>
          <a:xfrm>
            <a:off x="-1899556" y="-10229"/>
            <a:ext cx="676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FOURIER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标准色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 userDrawn="1"/>
        </p:nvSpPr>
        <p:spPr>
          <a:xfrm>
            <a:off x="-1885702" y="802748"/>
            <a:ext cx="676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FOURIER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主辅助色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 userDrawn="1"/>
        </p:nvSpPr>
        <p:spPr>
          <a:xfrm>
            <a:off x="-1899555" y="2022266"/>
            <a:ext cx="676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FOURIER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次辅助色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.png"/><Relationship Id="rId2" Type="http://schemas.openxmlformats.org/officeDocument/2006/relationships/tags" Target="../tags/tag4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tags" Target="../tags/tag4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image" Target="../media/image5.png"/><Relationship Id="rId3" Type="http://schemas.openxmlformats.org/officeDocument/2006/relationships/tags" Target="../tags/tag4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文字占位符 1"/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竖排文字占位符 3"/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竖排文字占位符 3"/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竖排文字占位符 4"/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占位符 28"/>
          <p:cNvPicPr>
            <a:picLocks noGrp="1" noChangeAspect="1"/>
          </p:cNvPicPr>
          <p:nvPr>
            <p:ph type="pic"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" b="1011"/>
          <a:stretch>
            <a:fillRect/>
          </a:stretch>
        </p:blipFill>
        <p:spPr/>
      </p:pic>
      <p:sp>
        <p:nvSpPr>
          <p:cNvPr id="13" name="文本占位符 1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图片 5" descr="素材图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81820" y="349250"/>
            <a:ext cx="1976400" cy="236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2" name="图片 1" descr="素材图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82100" y="349250"/>
            <a:ext cx="1976120" cy="236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" r="95"/>
          <a:stretch>
            <a:fillRect/>
          </a:stretch>
        </p:blipFill>
        <p:spPr/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55" y="1201028"/>
            <a:ext cx="7641352" cy="5279147"/>
          </a:xfrm>
          <a:prstGeom prst="rect">
            <a:avLst/>
          </a:prstGeom>
        </p:spPr>
      </p:pic>
      <p:pic>
        <p:nvPicPr>
          <p:cNvPr id="2" name="图片 1" descr="素材图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1820" y="349250"/>
            <a:ext cx="1976400" cy="236897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339215" y="2161540"/>
            <a:ext cx="5485130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1800" b="1" dirty="0">
                <a:solidFill>
                  <a:schemeClr val="bg1"/>
                </a:solidFill>
                <a:latin typeface="Arial Bold" panose="020B0704020202090204" charset="0"/>
                <a:ea typeface="微软雅黑" panose="020B0503020204020204" pitchFamily="34" charset="-122"/>
                <a:cs typeface="Arial Bold" panose="020B0704020202090204" charset="0"/>
              </a:rPr>
              <a:t>Subtitle, Arial Bold 18pt</a:t>
            </a:r>
            <a:endParaRPr sz="1800" b="1" dirty="0">
              <a:solidFill>
                <a:schemeClr val="bg1"/>
              </a:solidFill>
              <a:latin typeface="Arial Bold" panose="020B0704020202090204" charset="0"/>
              <a:ea typeface="微软雅黑" panose="020B0503020204020204" pitchFamily="34" charset="-122"/>
              <a:cs typeface="Arial Bold" panose="020B070402020209020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339215" y="1657350"/>
            <a:ext cx="5484495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>
                <a:solidFill>
                  <a:schemeClr val="bg1"/>
                </a:solidFill>
                <a:latin typeface="Arial Bold" panose="020B0704020202090204" charset="0"/>
                <a:cs typeface="Arial Bold" panose="020B0704020202090204" charset="0"/>
              </a:rPr>
              <a:t>Title, Arial Bold 32pt</a:t>
            </a:r>
            <a:endParaRPr lang="en-US" altLang="zh-CN" sz="3200" b="1">
              <a:solidFill>
                <a:schemeClr val="bg1"/>
              </a:solidFill>
              <a:latin typeface="Arial Bold" panose="020B0704020202090204" charset="0"/>
              <a:cs typeface="Arial Bold" panose="020B07040202020902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339215" y="2644140"/>
            <a:ext cx="5485765" cy="2382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24FD"/>
              </a:buClr>
              <a:buNone/>
            </a:pPr>
            <a:r>
              <a:rPr sz="1600" dirty="0">
                <a:solidFill>
                  <a:schemeClr val="bg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Text, Arial Regular 12</a:t>
            </a:r>
            <a:r>
              <a:rPr lang="en-US" sz="1600" dirty="0">
                <a:solidFill>
                  <a:schemeClr val="bg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-16</a:t>
            </a:r>
            <a:r>
              <a:rPr sz="1600" dirty="0">
                <a:solidFill>
                  <a:schemeClr val="bg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pt.</a:t>
            </a:r>
            <a:endParaRPr sz="1600" dirty="0">
              <a:solidFill>
                <a:schemeClr val="bg1"/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24FD"/>
              </a:buClr>
              <a:buNone/>
            </a:pPr>
            <a:r>
              <a:rPr sz="1600" dirty="0">
                <a:solidFill>
                  <a:schemeClr val="bg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We extracted the core features of the FOURIER universal humanoid robot and created a unique F-shape, which not only highlights the industry attributes, but also conveys a professional, reliable, and technological brand atmosphere. The exclusive waist element of the brand logo GR-1 is impressive. </a:t>
            </a:r>
            <a:endParaRPr sz="1600" dirty="0">
              <a:solidFill>
                <a:schemeClr val="bg1"/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  <p:graphicFrame>
        <p:nvGraphicFramePr>
          <p:cNvPr id="7" name="图表 6"/>
          <p:cNvGraphicFramePr/>
          <p:nvPr userDrawn="1">
            <p:custDataLst>
              <p:tags r:id="rId2"/>
            </p:custDataLst>
          </p:nvPr>
        </p:nvGraphicFramePr>
        <p:xfrm>
          <a:off x="4625975" y="722630"/>
          <a:ext cx="6894830" cy="5294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66700" y="3832860"/>
            <a:ext cx="4071620" cy="1584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1AFF"/>
              </a:buCl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Text, Arial Regular 12</a:t>
            </a:r>
            <a:r>
              <a:rPr lang="en-US"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-16</a:t>
            </a:r>
            <a:r>
              <a:rPr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pt.</a:t>
            </a:r>
            <a:endParaRPr sz="1600" dirty="0">
              <a:solidFill>
                <a:schemeClr val="tx1"/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  <a:p>
            <a:pPr marL="171450" indent="-17145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1AFF"/>
              </a:buCl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Fourier Universal Humanoid Robot GR-1 is an independently developed humanoid robot that can be commercially mass-produced.</a:t>
            </a:r>
            <a:endParaRPr sz="1600" dirty="0">
              <a:solidFill>
                <a:schemeClr val="tx1"/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  <p:graphicFrame>
        <p:nvGraphicFramePr>
          <p:cNvPr id="8" name="图表 7"/>
          <p:cNvGraphicFramePr/>
          <p:nvPr>
            <p:custDataLst>
              <p:tags r:id="rId2"/>
            </p:custDataLst>
          </p:nvPr>
        </p:nvGraphicFramePr>
        <p:xfrm>
          <a:off x="4871085" y="718185"/>
          <a:ext cx="6350000" cy="5429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66700" y="3832860"/>
            <a:ext cx="4071620" cy="1584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1AFF"/>
              </a:buCl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Text, Arial Regular 12</a:t>
            </a:r>
            <a:r>
              <a:rPr lang="en-US"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-16</a:t>
            </a:r>
            <a:r>
              <a:rPr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pt.</a:t>
            </a:r>
            <a:endParaRPr sz="1600" dirty="0">
              <a:solidFill>
                <a:schemeClr val="tx1"/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  <a:p>
            <a:pPr marL="171450" indent="-17145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1AFF"/>
              </a:buCl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  <a:latin typeface="Arial Regular" panose="020B0704020202090204" charset="0"/>
                <a:ea typeface="微软雅黑" panose="020B0503020204020204" pitchFamily="34" charset="-122"/>
                <a:cs typeface="Arial Regular" panose="020B0704020202090204" charset="0"/>
              </a:rPr>
              <a:t>Fourier Universal Humanoid Robot GR-1 is an independently developed humanoid robot that can be commercially mass-produced.</a:t>
            </a:r>
            <a:endParaRPr sz="1600" dirty="0">
              <a:solidFill>
                <a:schemeClr val="tx1"/>
              </a:solidFill>
              <a:latin typeface="Arial Regular" panose="020B0704020202090204" charset="0"/>
              <a:ea typeface="微软雅黑" panose="020B0503020204020204" pitchFamily="34" charset="-122"/>
              <a:cs typeface="Arial Regular" panose="020B070402020209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97168" y="2475646"/>
            <a:ext cx="547116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latin typeface="+mj-lt"/>
                <a:ea typeface="微软雅黑" panose="020B0503020204020204" pitchFamily="34" charset="-122"/>
              </a:rPr>
              <a:t>THANK YOU</a:t>
            </a:r>
            <a:endParaRPr lang="zh-CN" altLang="en-US" sz="5400" b="1" dirty="0">
              <a:latin typeface="+mj-lt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Fourier">
  <a:themeElements>
    <a:clrScheme name="Fourier">
      <a:dk1>
        <a:srgbClr val="000000"/>
      </a:dk1>
      <a:lt1>
        <a:srgbClr val="FFFFFF"/>
      </a:lt1>
      <a:dk2>
        <a:srgbClr val="575757"/>
      </a:dk2>
      <a:lt2>
        <a:srgbClr val="E7E6E6"/>
      </a:lt2>
      <a:accent1>
        <a:srgbClr val="7A24FD"/>
      </a:accent1>
      <a:accent2>
        <a:srgbClr val="AB74FF"/>
      </a:accent2>
      <a:accent3>
        <a:srgbClr val="0086D1"/>
      </a:accent3>
      <a:accent4>
        <a:srgbClr val="F4B923"/>
      </a:accent4>
      <a:accent5>
        <a:srgbClr val="2E3CED"/>
      </a:accent5>
      <a:accent6>
        <a:srgbClr val="20ECF1"/>
      </a:accent6>
      <a:hlink>
        <a:srgbClr val="5A14F2"/>
      </a:hlink>
      <a:folHlink>
        <a:srgbClr val="A700FF"/>
      </a:folHlink>
    </a:clrScheme>
    <a:fontScheme name="Fourier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WPS 演示</Application>
  <PresentationFormat>自定义</PresentationFormat>
  <Paragraphs>15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Regular</vt:lpstr>
      <vt:lpstr>Microsoft YaHei Regular</vt:lpstr>
      <vt:lpstr>Arial Bold</vt:lpstr>
      <vt:lpstr>Arial Unicode MS</vt:lpstr>
      <vt:lpstr>等线</vt:lpstr>
      <vt:lpstr>Fourier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zhiqing ji</dc:creator>
  <cp:lastModifiedBy>灮</cp:lastModifiedBy>
  <cp:revision>170</cp:revision>
  <dcterms:created xsi:type="dcterms:W3CDTF">2024-06-18T05:59:00Z</dcterms:created>
  <dcterms:modified xsi:type="dcterms:W3CDTF">2025-12-18T06:45:44Z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D8925BD6762079EC52486A66426A18EF_43</vt:lpwstr>
  </property>
  <property fmtid="{D5CDD505-2E9C-101B-9397-08002B2CF9AE}" pid="3" name="KSOProductBuildVer">
    <vt:lpwstr>2052-12.1.0.22089</vt:lpwstr>
  </property>
</Properties>
</file>